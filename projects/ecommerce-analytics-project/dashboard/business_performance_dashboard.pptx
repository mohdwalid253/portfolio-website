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Bitter Medium"/>
      <p:regular r:id="rId17"/>
    </p:embeddedFont>
    <p:embeddedFont>
      <p:font typeface="Bitter Medium"/>
      <p:regular r:id="rId18"/>
    </p:embeddedFont>
    <p:embeddedFont>
      <p:font typeface="Bitter Medium"/>
      <p:regular r:id="rId19"/>
    </p:embeddedFont>
    <p:embeddedFont>
      <p:font typeface="Bitter Medium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slideLayout" Target="../slideLayouts/slideLayout1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Business Performance Dashboard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Comprehensive analysis of revenue, delivery, and customer metrics from October 2016 to July 2018.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8360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Executive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345888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16.19M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793790" y="3377684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Total Revenue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868103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Overall revenue generated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3407093" y="2345888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101K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3407093" y="3377684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Total Orders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407093" y="3868103"/>
            <a:ext cx="23298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Orders processed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020395" y="2345888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$159.77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6020395" y="3377684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Avg Order Value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020395" y="3868103"/>
            <a:ext cx="23298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 transaction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3407093" y="5160883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6.72%</a:t>
            </a:r>
            <a:endParaRPr lang="en-US" sz="5850" dirty="0"/>
          </a:p>
        </p:txBody>
      </p:sp>
      <p:sp>
        <p:nvSpPr>
          <p:cNvPr id="14" name="Text 11"/>
          <p:cNvSpPr/>
          <p:nvPr/>
        </p:nvSpPr>
        <p:spPr>
          <a:xfrm>
            <a:off x="3407093" y="6192679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Late Delivery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407093" y="6683097"/>
            <a:ext cx="23298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Orders delayed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8775" y="718423"/>
            <a:ext cx="6192203" cy="606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Revenue Growth Trajectory</a:t>
            </a:r>
            <a:endParaRPr lang="en-US" sz="3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775" y="1656278"/>
            <a:ext cx="6614160" cy="1104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8775" y="3009900"/>
            <a:ext cx="2424470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Impressive Growth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78775" y="3561636"/>
            <a:ext cx="13272849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climbed from near zero in October 2016 to approximately 1.2M by November 2017, stabilizing around 1M through July 2018.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122313" y="5296733"/>
            <a:ext cx="2385655" cy="484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8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19.56%</a:t>
            </a:r>
            <a:endParaRPr lang="en-US" sz="3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0494" y="4084439"/>
            <a:ext cx="2909411" cy="29094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02906" y="7208163"/>
            <a:ext cx="2424470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YOY Revenue Growth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65967"/>
            <a:ext cx="57945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Delivery Performance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114907"/>
            <a:ext cx="3664744" cy="2592348"/>
          </a:xfrm>
          <a:prstGeom prst="roundRect">
            <a:avLst>
              <a:gd name="adj" fmla="val 367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14624" y="234934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1790" y="2536388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14624" y="32565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On Time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514624" y="3747016"/>
            <a:ext cx="31958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90K orders delivered on schedule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10171748" y="2114907"/>
            <a:ext cx="3664863" cy="2592348"/>
          </a:xfrm>
          <a:prstGeom prst="roundRect">
            <a:avLst>
              <a:gd name="adj" fmla="val 3675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406182" y="234934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93348" y="2536388"/>
            <a:ext cx="306110" cy="3061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406182" y="32565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Slight Delay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10406182" y="3747016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5K orders with minor delays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6280190" y="4934069"/>
            <a:ext cx="7556421" cy="2229445"/>
          </a:xfrm>
          <a:prstGeom prst="roundRect">
            <a:avLst>
              <a:gd name="adj" fmla="val 427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514624" y="51685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01790" y="5355550"/>
            <a:ext cx="306110" cy="30611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14624" y="60757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Major Delay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6514624" y="6566178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5K orders significantly delayed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20503"/>
            <a:ext cx="77732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Payment Method Preferences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8445" y="3881080"/>
            <a:ext cx="4274820" cy="15163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3396258"/>
            <a:ext cx="35237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Primary Payment Methods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3977402"/>
            <a:ext cx="4205168" cy="205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Credit Card: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75K orders (dominant method)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Boleto: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20K orders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Voucher: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5K orders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Debit Card: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1K orders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8676" y="516850"/>
            <a:ext cx="4845725" cy="586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Orders Trend Analysis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676" y="1414105"/>
            <a:ext cx="5996940" cy="2316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60651" y="5125522"/>
            <a:ext cx="2308979" cy="469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18.55%</a:t>
            </a:r>
            <a:endParaRPr lang="en-US" sz="3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286" y="3952280"/>
            <a:ext cx="2815828" cy="28158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41958" y="6970276"/>
            <a:ext cx="2346484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YOY Orders Growth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838676" y="7438311"/>
            <a:ext cx="12953048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Order volume grew steadily from 0.5K in October 2016 to 7.5K peak in October 2017, ending at 6.5K in July 2018.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405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Customer Insights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02881"/>
            <a:ext cx="36364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3,384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190863" y="5034677"/>
            <a:ext cx="28422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Returning Customers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713684" y="4002881"/>
            <a:ext cx="36365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20.80%</a:t>
            </a:r>
            <a:endParaRPr lang="en-US" sz="5850" dirty="0"/>
          </a:p>
        </p:txBody>
      </p:sp>
      <p:sp>
        <p:nvSpPr>
          <p:cNvPr id="7" name="Text 4"/>
          <p:cNvSpPr/>
          <p:nvPr/>
        </p:nvSpPr>
        <p:spPr>
          <a:xfrm>
            <a:off x="4980623" y="5034677"/>
            <a:ext cx="31026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YOY Customers Growth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18849"/>
            <a:ext cx="766381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New vs Returning Customers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2805" y="3522940"/>
            <a:ext cx="3086100" cy="22326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3815715"/>
            <a:ext cx="29743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Customer Distribution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4396859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96.49%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(93.09K) are returning customers, while only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3.51%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(3.38K) are new customers.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5954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Delivery Performance Metrics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930610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6.72%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793790" y="4962406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Late Delivery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407093" y="3930610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93.28%</a:t>
            </a:r>
            <a:endParaRPr lang="en-US" sz="5850" dirty="0"/>
          </a:p>
        </p:txBody>
      </p:sp>
      <p:sp>
        <p:nvSpPr>
          <p:cNvPr id="7" name="Text 4"/>
          <p:cNvSpPr/>
          <p:nvPr/>
        </p:nvSpPr>
        <p:spPr>
          <a:xfrm>
            <a:off x="3407093" y="4962406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On Time Delivery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020395" y="3930610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11.90</a:t>
            </a:r>
            <a:endParaRPr lang="en-US" sz="5850" dirty="0"/>
          </a:p>
        </p:txBody>
      </p:sp>
      <p:sp>
        <p:nvSpPr>
          <p:cNvPr id="9" name="Text 6"/>
          <p:cNvSpPr/>
          <p:nvPr/>
        </p:nvSpPr>
        <p:spPr>
          <a:xfrm>
            <a:off x="6020395" y="4962406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Avg Early Delivery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020395" y="5807154"/>
            <a:ext cx="23298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Days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845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Key Takeaways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1933456"/>
            <a:ext cx="3664744" cy="2955250"/>
          </a:xfrm>
          <a:prstGeom prst="roundRect">
            <a:avLst>
              <a:gd name="adj" fmla="val 3224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28224" y="216789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5390" y="2354937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8224" y="3075146"/>
            <a:ext cx="31542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Strong Revenue Growth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8224" y="3565565"/>
            <a:ext cx="319587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19.56% year-over-year revenue increase with consistent upward trajectory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4685348" y="1933456"/>
            <a:ext cx="3664863" cy="2955250"/>
          </a:xfrm>
          <a:prstGeom prst="roundRect">
            <a:avLst>
              <a:gd name="adj" fmla="val 3224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19782" y="216789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06948" y="2354937"/>
            <a:ext cx="306110" cy="3061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19782" y="30751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Excellent Delivery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4919782" y="3565565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93.28% on-time delivery rate with most orders arriving early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793790" y="5115520"/>
            <a:ext cx="7556421" cy="2229445"/>
          </a:xfrm>
          <a:prstGeom prst="roundRect">
            <a:avLst>
              <a:gd name="adj" fmla="val 427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028224" y="534995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15390" y="5537002"/>
            <a:ext cx="306110" cy="30611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28224" y="62572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High Retention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028224" y="6747629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96.49% of customers are returning, indicating strong satisfaction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2026-03-26T14:38:16Z</dcterms:created>
  <dcterms:modified xsi:type="dcterms:W3CDTF">2026-03-26T14:38:16Z</dcterms:modified>
</cp:coreProperties>
</file>